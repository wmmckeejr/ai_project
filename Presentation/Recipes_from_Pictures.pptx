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1" d="100"/>
          <a:sy n="111" d="100"/>
        </p:scale>
        <p:origin x="-156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7B8E36-3EEC-47D8-B8BA-CB974FD2B1EA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6C4FD7-C31A-4C8B-B854-0E3DE610023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universe.roboflow.com/food-recipe-ingredient-images-0gnku/food-ingredients-dataset" TargetMode="External"/><Relationship Id="rId7" Type="http://schemas.openxmlformats.org/officeDocument/2006/relationships/hyperlink" Target="https://colab.research.google.com/" TargetMode="External"/><Relationship Id="rId2" Type="http://schemas.openxmlformats.org/officeDocument/2006/relationships/hyperlink" Target="https://platform.ultralytics.com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vidia.com/en-us/autonomous-machines/embedded-systems/jetson-thor/" TargetMode="External"/><Relationship Id="rId5" Type="http://schemas.openxmlformats.org/officeDocument/2006/relationships/hyperlink" Target="https://openai.com/" TargetMode="External"/><Relationship Id="rId4" Type="http://schemas.openxmlformats.org/officeDocument/2006/relationships/hyperlink" Target="https://www.themealdb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Recipes from Pictures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My Wife Made Me do This.</a:t>
            </a:r>
          </a:p>
          <a:p>
            <a:r>
              <a:rPr lang="en-US" dirty="0" smtClean="0"/>
              <a:t>Bill McKee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common issue that comes around dinner time is figuring out what you can make with the ingredients you have available.</a:t>
            </a:r>
          </a:p>
          <a:p>
            <a:r>
              <a:rPr lang="en-US" dirty="0" smtClean="0"/>
              <a:t>A solution is to take a picture of those ingredients and get a recipe using A.I..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My Solution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 a picture of the available ingredients.</a:t>
            </a:r>
          </a:p>
          <a:p>
            <a:r>
              <a:rPr lang="en-US" dirty="0" smtClean="0"/>
              <a:t>Determine the available ingredients from the picture using an object detection model.</a:t>
            </a:r>
          </a:p>
          <a:p>
            <a:r>
              <a:rPr lang="en-US" dirty="0" smtClean="0"/>
              <a:t>Display the detected ingredients and allow the user to modify the list.</a:t>
            </a:r>
          </a:p>
          <a:p>
            <a:r>
              <a:rPr lang="en-US" dirty="0" smtClean="0"/>
              <a:t>Ask </a:t>
            </a:r>
            <a:r>
              <a:rPr lang="en-US" dirty="0" err="1" smtClean="0"/>
              <a:t>ChatGPT</a:t>
            </a:r>
            <a:r>
              <a:rPr lang="en-US" dirty="0" smtClean="0"/>
              <a:t> to provide a couple of recipes based on those ingredients.</a:t>
            </a:r>
          </a:p>
          <a:p>
            <a:r>
              <a:rPr lang="en-US" dirty="0" smtClean="0"/>
              <a:t>Display the recipes.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Interface</a:t>
            </a:r>
            <a:endParaRPr lang="en-US" dirty="0"/>
          </a:p>
        </p:txBody>
      </p:sp>
      <p:pic>
        <p:nvPicPr>
          <p:cNvPr id="4" name="Content Placeholder 3" descr="InterfaceStart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148649" y="1600200"/>
            <a:ext cx="4846701" cy="4525963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Recipe Results</a:t>
            </a:r>
            <a:endParaRPr lang="en-US" dirty="0"/>
          </a:p>
        </p:txBody>
      </p:sp>
      <p:pic>
        <p:nvPicPr>
          <p:cNvPr id="4" name="Content Placeholder 3" descr="InterfaceCor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819400" y="1600200"/>
            <a:ext cx="3583021" cy="4953000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 Always Perfect</a:t>
            </a:r>
            <a:endParaRPr lang="en-US" dirty="0"/>
          </a:p>
        </p:txBody>
      </p:sp>
      <p:pic>
        <p:nvPicPr>
          <p:cNvPr id="4" name="Content Placeholder 3" descr="Interfac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800600" y="1447800"/>
            <a:ext cx="3655101" cy="5205039"/>
          </a:xfrm>
        </p:spPr>
      </p:pic>
      <p:pic>
        <p:nvPicPr>
          <p:cNvPr id="5" name="Picture 4" descr="beef_tomato.jfif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57200" y="1447800"/>
            <a:ext cx="2514600" cy="2514600"/>
          </a:xfrm>
          <a:prstGeom prst="rect">
            <a:avLst/>
          </a:prstGeom>
        </p:spPr>
      </p:pic>
      <p:pic>
        <p:nvPicPr>
          <p:cNvPr id="6" name="Picture 5" descr="chiliPepperBeef.jfif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57200" y="4038600"/>
            <a:ext cx="2514600" cy="2514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24200" y="2667000"/>
            <a:ext cx="13647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Beef Tomato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200400" y="5181600"/>
            <a:ext cx="1371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Chili Pepper Beef</a:t>
            </a:r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Future Improvements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Add the ability to use multiple pictures and concatenate the results.</a:t>
            </a:r>
          </a:p>
          <a:p>
            <a:r>
              <a:rPr lang="en-US" dirty="0" smtClean="0"/>
              <a:t>Develop </a:t>
            </a:r>
            <a:r>
              <a:rPr lang="en-US" dirty="0" smtClean="0"/>
              <a:t>a better dataset of ingredients.</a:t>
            </a:r>
          </a:p>
          <a:p>
            <a:r>
              <a:rPr lang="en-US" dirty="0" smtClean="0"/>
              <a:t>Improve the object detection model.</a:t>
            </a:r>
          </a:p>
          <a:p>
            <a:r>
              <a:rPr lang="en-US" dirty="0" smtClean="0"/>
              <a:t>Add save and print capabilities for the recipes.</a:t>
            </a:r>
          </a:p>
          <a:p>
            <a:r>
              <a:rPr lang="en-US" dirty="0" smtClean="0"/>
              <a:t>Add the ability to update the </a:t>
            </a:r>
            <a:r>
              <a:rPr lang="en-US" dirty="0" err="1" smtClean="0"/>
              <a:t>ChatGPT</a:t>
            </a:r>
            <a:r>
              <a:rPr lang="en-US" dirty="0" smtClean="0"/>
              <a:t> API Key to the interface.</a:t>
            </a:r>
            <a:endParaRPr lang="en-US" smtClean="0"/>
          </a:p>
          <a:p>
            <a:r>
              <a:rPr lang="en-US" smtClean="0"/>
              <a:t>Add </a:t>
            </a:r>
            <a:r>
              <a:rPr lang="en-US" dirty="0" smtClean="0"/>
              <a:t>the ability to change the number of recipes to be retrieved.</a:t>
            </a:r>
          </a:p>
          <a:p>
            <a:r>
              <a:rPr lang="en-US" dirty="0" smtClean="0"/>
              <a:t>Add the ability to get specialized recipes based on dietary constraints and meal type.</a:t>
            </a:r>
          </a:p>
          <a:p>
            <a:r>
              <a:rPr lang="en-US" dirty="0" smtClean="0"/>
              <a:t>Place each recipe in a different tab of a text box.</a:t>
            </a:r>
          </a:p>
          <a:p>
            <a:r>
              <a:rPr lang="en-US" dirty="0" smtClean="0"/>
              <a:t>Create a specialized LLM for generating recipes.</a:t>
            </a:r>
          </a:p>
          <a:p>
            <a:r>
              <a:rPr lang="en-US" dirty="0" smtClean="0"/>
              <a:t>Make it into a phone application using the cloud to handle the A.I. portion</a:t>
            </a:r>
            <a:r>
              <a:rPr lang="en-US" dirty="0" smtClean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hlinkClick r:id="rId2"/>
              </a:rPr>
              <a:t>https://platform.ultralytics.com/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https://universe.roboflow.com/food-recipe-ingredient-images-0gnku/food-ingredients-dataset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https://www.themealdb.com/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https://openai.com/</a:t>
            </a:r>
            <a:endParaRPr lang="en-US" dirty="0" smtClean="0"/>
          </a:p>
          <a:p>
            <a:r>
              <a:rPr lang="en-US" dirty="0" smtClean="0">
                <a:hlinkClick r:id="rId6"/>
              </a:rPr>
              <a:t>https://www.nvidia.com/en-us/autonomous-machines/embedded-systems/jetson-thor/</a:t>
            </a:r>
            <a:endParaRPr lang="en-US" dirty="0" smtClean="0"/>
          </a:p>
          <a:p>
            <a:r>
              <a:rPr lang="en-US" dirty="0" smtClean="0">
                <a:hlinkClick r:id="rId7"/>
              </a:rPr>
              <a:t>https://colab.research.google.com/</a:t>
            </a:r>
            <a:endParaRPr lang="en-US" dirty="0" smtClean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</TotalTime>
  <Words>253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Recipes from Pictures</vt:lpstr>
      <vt:lpstr>Objective</vt:lpstr>
      <vt:lpstr>My Solution</vt:lpstr>
      <vt:lpstr>Interface</vt:lpstr>
      <vt:lpstr>Recipe Results</vt:lpstr>
      <vt:lpstr>Not Always Perfect</vt:lpstr>
      <vt:lpstr>Future Improvements</vt:lpstr>
      <vt:lpstr>References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Recipes from Pictures</dc:title>
  <dc:creator>William McKee</dc:creator>
  <cp:lastModifiedBy>William McKee</cp:lastModifiedBy>
  <cp:revision>15</cp:revision>
  <dcterms:created xsi:type="dcterms:W3CDTF">2026-04-11T12:41:59Z</dcterms:created>
  <dcterms:modified xsi:type="dcterms:W3CDTF">2026-04-12T12:49:44Z</dcterms:modified>
</cp:coreProperties>
</file>